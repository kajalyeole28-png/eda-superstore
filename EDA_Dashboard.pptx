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E5F31-DF4B-317B-750F-9E12C5377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FC285A-EC35-B94A-A4E1-50F79CB58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AAFF5-DFFC-728F-AAB0-5D6566133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1C402-73CF-444C-81AF-53AEB2BDC38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3A5D2-CA7B-9820-A7CB-F18D17016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A8D05-25EA-660B-A473-047B0BB6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F3DC-3A85-46CC-8FB7-04F340C88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376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83E0C-6C32-6464-9676-070DE8A1C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4465A-F597-0BCE-7948-21BC6CC21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B1A62-05F4-30C8-78BF-B92D75EE1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1C402-73CF-444C-81AF-53AEB2BDC38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BC72D-DF6E-5E6F-7624-D07969247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F85D9-57EF-57CC-D940-A4C9D24C2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F3DC-3A85-46CC-8FB7-04F340C88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287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24789-B039-258E-818C-5C1956450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0F304-F4F5-4A59-69F0-31B9FB092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08187-4E60-704F-7315-A766FC6ED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1C402-73CF-444C-81AF-53AEB2BDC38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1CC5E-0DAD-7C7A-F746-32D54BD2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7849F-1F3A-A865-2E54-632F057D5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F3DC-3A85-46CC-8FB7-04F340C88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15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E94A4-6D56-5B8E-53A4-3811E609D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E06F7-CB16-DD4B-24EC-BC6BB9D82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631AD-99AE-667B-CB16-59DB8856A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1FF21-A773-25FF-F914-746F292FB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1C402-73CF-444C-81AF-53AEB2BDC38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E3843-89E9-7D04-68C9-2D5DAFF63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67AE8-007A-33E9-E888-F89506E9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F3DC-3A85-46CC-8FB7-04F340C88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291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8EF0E-A60D-4680-FFF7-8BDDB9D88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5AA51-9649-CC4A-54C3-99F0994D2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1A6E4-F8AB-084A-5AF8-54303707D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AFF934-DEEC-ABB4-BA23-0EDFD3F35F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6EF224-D9E3-2530-E7EF-64E02D803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66E845-C4E6-648F-EE74-E8D39BB5F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1C402-73CF-444C-81AF-53AEB2BDC38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7376E7-972F-58F3-5D4E-E60B8327F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CA364-F99E-205E-DFC8-F7F88F07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F3DC-3A85-46CC-8FB7-04F340C88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567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7360F-3C8F-7EEA-6686-EC29CDC66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47F4F-ECD4-B9B5-C9ED-63462EADF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1C402-73CF-444C-81AF-53AEB2BDC38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C54541-0559-AE6D-3B9E-C5D27D73C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B7A8EA-447C-F089-0375-6B5D06253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F3DC-3A85-46CC-8FB7-04F340C88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92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E9B976-D5A6-D47A-4563-3783161E7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1C402-73CF-444C-81AF-53AEB2BDC38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94DB7-C8DC-DE76-ADDB-6CC3DE0A7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09264-D116-C196-3965-57378BBD7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F3DC-3A85-46CC-8FB7-04F340C88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563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7A74F-9DFE-0E7F-25BA-A8A518D00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9BFE9-D6D1-8C93-CDD4-20E52C768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C78188-6871-7CB6-AE72-5C1FF0066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FC465-4148-97C8-F847-ABF6AE86B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1C402-73CF-444C-81AF-53AEB2BDC38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5772D-5A8E-31A2-1B82-1D917BA32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9A8BD-92DF-69B3-1980-D87CC0480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F3DC-3A85-46CC-8FB7-04F340C88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54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051E9-7CC1-B627-8FC1-5E793403D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082988-AAEA-F680-0A99-455AD0D2DD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58A94-80B0-D304-5EF7-79DFE9AF7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AED6E-E32C-348B-82A1-1D8C33C7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1C402-73CF-444C-81AF-53AEB2BDC38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AA481-62BD-7C45-7F4A-89E2B724B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8FCFA-DCB6-5195-A2EC-1D9B70092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F3DC-3A85-46CC-8FB7-04F340C88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12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650D3-CCBC-3F7D-874E-7754D64A8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EFD4B-E2E5-AD83-64D9-D6A69CFE2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8780A-F9F1-5013-E624-4D53BF61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1C402-73CF-444C-81AF-53AEB2BDC38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0E625-E1CC-0BA2-0E14-71F55E02A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86D1B-3AE2-9A5D-E9C6-65558E5F2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F3DC-3A85-46CC-8FB7-04F340C88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17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2F536E-7B7D-9920-109E-134D553D2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BBBB3-9065-E5E7-D079-2E0DA75A9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12A3F-3F12-3C37-02EC-80F2DFD33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1C402-73CF-444C-81AF-53AEB2BDC38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E7913-445C-B8A2-C7A8-C8C49DD8A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22F37-93BD-3077-A3A0-538F3BC0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7F3DC-3A85-46CC-8FB7-04F340C88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136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0BD55C-9CC9-6DC5-F1EB-B9E17E3DA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AD6FE-76D4-7A02-DDF1-3F860A9A4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C8617-99F5-E22F-13BD-B839C6E7B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1C402-73CF-444C-81AF-53AEB2BDC38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A3EBF-942C-106B-1D97-DC0729EA7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3A816-2D09-839D-5091-E96905723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7F3DC-3A85-46CC-8FB7-04F340C88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19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1B604-F194-1657-B567-B45AF7BABE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EAF4A-82C9-170D-EE65-AD83CC49B4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C5598A-105C-1640-4685-76D727D2D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80"/>
            <a:ext cx="12192000" cy="676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057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2FAD38-3B7C-0C62-EDF0-8D121D218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62"/>
            <a:ext cx="12192000" cy="681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665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EFDED7-21FF-A298-6104-D586F4217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05"/>
            <a:ext cx="12192000" cy="673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745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Yeole</dc:creator>
  <cp:lastModifiedBy>Kunal Yeole</cp:lastModifiedBy>
  <cp:revision>1</cp:revision>
  <dcterms:created xsi:type="dcterms:W3CDTF">2026-03-04T11:01:53Z</dcterms:created>
  <dcterms:modified xsi:type="dcterms:W3CDTF">2026-03-04T11:05:22Z</dcterms:modified>
</cp:coreProperties>
</file>